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411C8FF-FC44-47A9-A5C4-6BF7366BD141}" v="5" dt="2024-05-18T06:41:12.77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2" d="100"/>
          <a:sy n="72" d="100"/>
        </p:scale>
        <p:origin x="828" y="3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UNDAN NAIK" userId="0d04c7d10bc33eeb" providerId="LiveId" clId="{C411C8FF-FC44-47A9-A5C4-6BF7366BD141}"/>
    <pc:docChg chg="undo custSel addSld delSld modSld">
      <pc:chgData name="KUNDAN NAIK" userId="0d04c7d10bc33eeb" providerId="LiveId" clId="{C411C8FF-FC44-47A9-A5C4-6BF7366BD141}" dt="2024-05-18T06:42:36.719" v="337" actId="47"/>
      <pc:docMkLst>
        <pc:docMk/>
      </pc:docMkLst>
      <pc:sldChg chg="modSp new mod">
        <pc:chgData name="KUNDAN NAIK" userId="0d04c7d10bc33eeb" providerId="LiveId" clId="{C411C8FF-FC44-47A9-A5C4-6BF7366BD141}" dt="2024-05-18T05:51:52.570" v="42" actId="20577"/>
        <pc:sldMkLst>
          <pc:docMk/>
          <pc:sldMk cId="3020325343" sldId="256"/>
        </pc:sldMkLst>
        <pc:spChg chg="mod">
          <ac:chgData name="KUNDAN NAIK" userId="0d04c7d10bc33eeb" providerId="LiveId" clId="{C411C8FF-FC44-47A9-A5C4-6BF7366BD141}" dt="2024-05-18T05:50:58.721" v="4"/>
          <ac:spMkLst>
            <pc:docMk/>
            <pc:sldMk cId="3020325343" sldId="256"/>
            <ac:spMk id="2" creationId="{6108EEEB-F039-44EE-3A2D-56EBB043496D}"/>
          </ac:spMkLst>
        </pc:spChg>
        <pc:spChg chg="mod">
          <ac:chgData name="KUNDAN NAIK" userId="0d04c7d10bc33eeb" providerId="LiveId" clId="{C411C8FF-FC44-47A9-A5C4-6BF7366BD141}" dt="2024-05-18T05:51:52.570" v="42" actId="20577"/>
          <ac:spMkLst>
            <pc:docMk/>
            <pc:sldMk cId="3020325343" sldId="256"/>
            <ac:spMk id="3" creationId="{29EB6796-3726-8B8A-556C-E1BDD6A34604}"/>
          </ac:spMkLst>
        </pc:spChg>
      </pc:sldChg>
      <pc:sldChg chg="modSp new mod">
        <pc:chgData name="KUNDAN NAIK" userId="0d04c7d10bc33eeb" providerId="LiveId" clId="{C411C8FF-FC44-47A9-A5C4-6BF7366BD141}" dt="2024-05-18T06:00:53.188" v="138" actId="403"/>
        <pc:sldMkLst>
          <pc:docMk/>
          <pc:sldMk cId="2692418753" sldId="257"/>
        </pc:sldMkLst>
        <pc:spChg chg="mod">
          <ac:chgData name="KUNDAN NAIK" userId="0d04c7d10bc33eeb" providerId="LiveId" clId="{C411C8FF-FC44-47A9-A5C4-6BF7366BD141}" dt="2024-05-18T06:00:53.188" v="138" actId="403"/>
          <ac:spMkLst>
            <pc:docMk/>
            <pc:sldMk cId="2692418753" sldId="257"/>
            <ac:spMk id="2" creationId="{3A048696-2954-F69D-D497-8C4B87BB044B}"/>
          </ac:spMkLst>
        </pc:spChg>
        <pc:spChg chg="mod">
          <ac:chgData name="KUNDAN NAIK" userId="0d04c7d10bc33eeb" providerId="LiveId" clId="{C411C8FF-FC44-47A9-A5C4-6BF7366BD141}" dt="2024-05-18T06:00:45.062" v="133" actId="403"/>
          <ac:spMkLst>
            <pc:docMk/>
            <pc:sldMk cId="2692418753" sldId="257"/>
            <ac:spMk id="3" creationId="{61E9FBE3-E70C-1941-7CD8-7DCF50D99FE6}"/>
          </ac:spMkLst>
        </pc:spChg>
      </pc:sldChg>
      <pc:sldChg chg="modSp new mod">
        <pc:chgData name="KUNDAN NAIK" userId="0d04c7d10bc33eeb" providerId="LiveId" clId="{C411C8FF-FC44-47A9-A5C4-6BF7366BD141}" dt="2024-05-18T06:06:47.658" v="158" actId="12"/>
        <pc:sldMkLst>
          <pc:docMk/>
          <pc:sldMk cId="3468233288" sldId="258"/>
        </pc:sldMkLst>
        <pc:spChg chg="mod">
          <ac:chgData name="KUNDAN NAIK" userId="0d04c7d10bc33eeb" providerId="LiveId" clId="{C411C8FF-FC44-47A9-A5C4-6BF7366BD141}" dt="2024-05-18T06:04:42.365" v="141" actId="14100"/>
          <ac:spMkLst>
            <pc:docMk/>
            <pc:sldMk cId="3468233288" sldId="258"/>
            <ac:spMk id="2" creationId="{5FC07E5F-27BD-A069-0F98-7067F40D7EC9}"/>
          </ac:spMkLst>
        </pc:spChg>
        <pc:spChg chg="mod">
          <ac:chgData name="KUNDAN NAIK" userId="0d04c7d10bc33eeb" providerId="LiveId" clId="{C411C8FF-FC44-47A9-A5C4-6BF7366BD141}" dt="2024-05-18T06:06:47.658" v="158" actId="12"/>
          <ac:spMkLst>
            <pc:docMk/>
            <pc:sldMk cId="3468233288" sldId="258"/>
            <ac:spMk id="3" creationId="{325B5605-CAB7-EA65-D5BD-7BB62740E21C}"/>
          </ac:spMkLst>
        </pc:spChg>
      </pc:sldChg>
      <pc:sldChg chg="addSp delSp modSp new mod">
        <pc:chgData name="KUNDAN NAIK" userId="0d04c7d10bc33eeb" providerId="LiveId" clId="{C411C8FF-FC44-47A9-A5C4-6BF7366BD141}" dt="2024-05-18T06:10:36.363" v="176" actId="478"/>
        <pc:sldMkLst>
          <pc:docMk/>
          <pc:sldMk cId="2443816773" sldId="259"/>
        </pc:sldMkLst>
        <pc:spChg chg="add del mod">
          <ac:chgData name="KUNDAN NAIK" userId="0d04c7d10bc33eeb" providerId="LiveId" clId="{C411C8FF-FC44-47A9-A5C4-6BF7366BD141}" dt="2024-05-18T06:10:00.318" v="170" actId="478"/>
          <ac:spMkLst>
            <pc:docMk/>
            <pc:sldMk cId="2443816773" sldId="259"/>
            <ac:spMk id="4" creationId="{66EFD7F2-6F42-0903-0C7F-14A0CB4C8A76}"/>
          </ac:spMkLst>
        </pc:spChg>
        <pc:picChg chg="add del mod">
          <ac:chgData name="KUNDAN NAIK" userId="0d04c7d10bc33eeb" providerId="LiveId" clId="{C411C8FF-FC44-47A9-A5C4-6BF7366BD141}" dt="2024-05-18T06:10:36.363" v="176" actId="478"/>
          <ac:picMkLst>
            <pc:docMk/>
            <pc:sldMk cId="2443816773" sldId="259"/>
            <ac:picMk id="3" creationId="{930D4CF7-367D-E095-4BF6-01EEC97C3939}"/>
          </ac:picMkLst>
        </pc:picChg>
      </pc:sldChg>
      <pc:sldChg chg="modSp new mod">
        <pc:chgData name="KUNDAN NAIK" userId="0d04c7d10bc33eeb" providerId="LiveId" clId="{C411C8FF-FC44-47A9-A5C4-6BF7366BD141}" dt="2024-05-18T06:18:27.385" v="220" actId="403"/>
        <pc:sldMkLst>
          <pc:docMk/>
          <pc:sldMk cId="916320930" sldId="260"/>
        </pc:sldMkLst>
        <pc:spChg chg="mod">
          <ac:chgData name="KUNDAN NAIK" userId="0d04c7d10bc33eeb" providerId="LiveId" clId="{C411C8FF-FC44-47A9-A5C4-6BF7366BD141}" dt="2024-05-18T06:18:27.385" v="220" actId="403"/>
          <ac:spMkLst>
            <pc:docMk/>
            <pc:sldMk cId="916320930" sldId="260"/>
            <ac:spMk id="2" creationId="{21F30B01-EA0D-CEFA-FBBA-3BD2679B6260}"/>
          </ac:spMkLst>
        </pc:spChg>
        <pc:spChg chg="mod">
          <ac:chgData name="KUNDAN NAIK" userId="0d04c7d10bc33eeb" providerId="LiveId" clId="{C411C8FF-FC44-47A9-A5C4-6BF7366BD141}" dt="2024-05-18T06:15:00.631" v="182" actId="27636"/>
          <ac:spMkLst>
            <pc:docMk/>
            <pc:sldMk cId="916320930" sldId="260"/>
            <ac:spMk id="3" creationId="{0FBFAA54-2654-EFE9-9B88-4F1E77D7AC13}"/>
          </ac:spMkLst>
        </pc:spChg>
      </pc:sldChg>
      <pc:sldChg chg="modSp new mod">
        <pc:chgData name="KUNDAN NAIK" userId="0d04c7d10bc33eeb" providerId="LiveId" clId="{C411C8FF-FC44-47A9-A5C4-6BF7366BD141}" dt="2024-05-18T06:18:33.864" v="221" actId="403"/>
        <pc:sldMkLst>
          <pc:docMk/>
          <pc:sldMk cId="3395393176" sldId="261"/>
        </pc:sldMkLst>
        <pc:spChg chg="mod">
          <ac:chgData name="KUNDAN NAIK" userId="0d04c7d10bc33eeb" providerId="LiveId" clId="{C411C8FF-FC44-47A9-A5C4-6BF7366BD141}" dt="2024-05-18T06:18:33.864" v="221" actId="403"/>
          <ac:spMkLst>
            <pc:docMk/>
            <pc:sldMk cId="3395393176" sldId="261"/>
            <ac:spMk id="2" creationId="{2F78D19E-0225-E5FA-968C-46C45E4E87F1}"/>
          </ac:spMkLst>
        </pc:spChg>
        <pc:spChg chg="mod">
          <ac:chgData name="KUNDAN NAIK" userId="0d04c7d10bc33eeb" providerId="LiveId" clId="{C411C8FF-FC44-47A9-A5C4-6BF7366BD141}" dt="2024-05-18T06:18:10.995" v="213" actId="403"/>
          <ac:spMkLst>
            <pc:docMk/>
            <pc:sldMk cId="3395393176" sldId="261"/>
            <ac:spMk id="3" creationId="{BB6ABEB5-8871-0DA5-355F-C83C0DDAC825}"/>
          </ac:spMkLst>
        </pc:spChg>
      </pc:sldChg>
      <pc:sldChg chg="modSp new mod">
        <pc:chgData name="KUNDAN NAIK" userId="0d04c7d10bc33eeb" providerId="LiveId" clId="{C411C8FF-FC44-47A9-A5C4-6BF7366BD141}" dt="2024-05-18T06:20:45.730" v="246" actId="20577"/>
        <pc:sldMkLst>
          <pc:docMk/>
          <pc:sldMk cId="2449026902" sldId="262"/>
        </pc:sldMkLst>
        <pc:spChg chg="mod">
          <ac:chgData name="KUNDAN NAIK" userId="0d04c7d10bc33eeb" providerId="LiveId" clId="{C411C8FF-FC44-47A9-A5C4-6BF7366BD141}" dt="2024-05-18T06:19:01.079" v="239" actId="403"/>
          <ac:spMkLst>
            <pc:docMk/>
            <pc:sldMk cId="2449026902" sldId="262"/>
            <ac:spMk id="2" creationId="{EA6A53B6-587F-8515-F2FB-B8F2AD3623EB}"/>
          </ac:spMkLst>
        </pc:spChg>
        <pc:spChg chg="mod">
          <ac:chgData name="KUNDAN NAIK" userId="0d04c7d10bc33eeb" providerId="LiveId" clId="{C411C8FF-FC44-47A9-A5C4-6BF7366BD141}" dt="2024-05-18T06:20:45.730" v="246" actId="20577"/>
          <ac:spMkLst>
            <pc:docMk/>
            <pc:sldMk cId="2449026902" sldId="262"/>
            <ac:spMk id="3" creationId="{010F2B0C-DB2A-29F4-7D44-6FFBAA626F63}"/>
          </ac:spMkLst>
        </pc:spChg>
      </pc:sldChg>
      <pc:sldChg chg="addSp modSp new del mod">
        <pc:chgData name="KUNDAN NAIK" userId="0d04c7d10bc33eeb" providerId="LiveId" clId="{C411C8FF-FC44-47A9-A5C4-6BF7366BD141}" dt="2024-05-18T06:42:36.719" v="337" actId="47"/>
        <pc:sldMkLst>
          <pc:docMk/>
          <pc:sldMk cId="1553344166" sldId="263"/>
        </pc:sldMkLst>
        <pc:spChg chg="mod">
          <ac:chgData name="KUNDAN NAIK" userId="0d04c7d10bc33eeb" providerId="LiveId" clId="{C411C8FF-FC44-47A9-A5C4-6BF7366BD141}" dt="2024-05-18T06:39:19.462" v="289" actId="20577"/>
          <ac:spMkLst>
            <pc:docMk/>
            <pc:sldMk cId="1553344166" sldId="263"/>
            <ac:spMk id="2" creationId="{2D3A3F0D-3A12-9327-2326-95234662BA0B}"/>
          </ac:spMkLst>
        </pc:spChg>
        <pc:spChg chg="mod">
          <ac:chgData name="KUNDAN NAIK" userId="0d04c7d10bc33eeb" providerId="LiveId" clId="{C411C8FF-FC44-47A9-A5C4-6BF7366BD141}" dt="2024-05-18T06:41:27.716" v="332" actId="27636"/>
          <ac:spMkLst>
            <pc:docMk/>
            <pc:sldMk cId="1553344166" sldId="263"/>
            <ac:spMk id="3" creationId="{190D6693-85F4-1393-0DA4-ACB25EEE647F}"/>
          </ac:spMkLst>
        </pc:spChg>
        <pc:spChg chg="add mod">
          <ac:chgData name="KUNDAN NAIK" userId="0d04c7d10bc33eeb" providerId="LiveId" clId="{C411C8FF-FC44-47A9-A5C4-6BF7366BD141}" dt="2024-05-18T06:42:33.125" v="336" actId="20577"/>
          <ac:spMkLst>
            <pc:docMk/>
            <pc:sldMk cId="1553344166" sldId="263"/>
            <ac:spMk id="4" creationId="{CDA836AC-CE9B-775B-1D18-533C798EF66C}"/>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F4B3196-9543-49C5-8DD5-344662CD5158}" type="datetimeFigureOut">
              <a:rPr lang="en-IN" smtClean="0"/>
              <a:t>18-05-2024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5EACB4E-DA04-43C4-890B-ED9F74F28814}" type="slidenum">
              <a:rPr lang="en-IN" smtClean="0"/>
              <a:t>‹#›</a:t>
            </a:fld>
            <a:endParaRPr lang="en-IN"/>
          </a:p>
        </p:txBody>
      </p:sp>
    </p:spTree>
    <p:extLst>
      <p:ext uri="{BB962C8B-B14F-4D97-AF65-F5344CB8AC3E}">
        <p14:creationId xmlns:p14="http://schemas.microsoft.com/office/powerpoint/2010/main" val="41625870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F4B3196-9543-49C5-8DD5-344662CD5158}" type="datetimeFigureOut">
              <a:rPr lang="en-IN" smtClean="0"/>
              <a:t>18-05-2024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5EACB4E-DA04-43C4-890B-ED9F74F28814}" type="slidenum">
              <a:rPr lang="en-IN" smtClean="0"/>
              <a:t>‹#›</a:t>
            </a:fld>
            <a:endParaRPr lang="en-IN"/>
          </a:p>
        </p:txBody>
      </p:sp>
    </p:spTree>
    <p:extLst>
      <p:ext uri="{BB962C8B-B14F-4D97-AF65-F5344CB8AC3E}">
        <p14:creationId xmlns:p14="http://schemas.microsoft.com/office/powerpoint/2010/main" val="22123982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F4B3196-9543-49C5-8DD5-344662CD5158}" type="datetimeFigureOut">
              <a:rPr lang="en-IN" smtClean="0"/>
              <a:t>18-05-2024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5EACB4E-DA04-43C4-890B-ED9F74F28814}" type="slidenum">
              <a:rPr lang="en-IN" smtClean="0"/>
              <a:t>‹#›</a:t>
            </a:fld>
            <a:endParaRPr lang="en-IN"/>
          </a:p>
        </p:txBody>
      </p:sp>
    </p:spTree>
    <p:extLst>
      <p:ext uri="{BB962C8B-B14F-4D97-AF65-F5344CB8AC3E}">
        <p14:creationId xmlns:p14="http://schemas.microsoft.com/office/powerpoint/2010/main" val="6725237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F4B3196-9543-49C5-8DD5-344662CD5158}" type="datetimeFigureOut">
              <a:rPr lang="en-IN" smtClean="0"/>
              <a:t>18-05-2024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5EACB4E-DA04-43C4-890B-ED9F74F28814}" type="slidenum">
              <a:rPr lang="en-IN" smtClean="0"/>
              <a:t>‹#›</a:t>
            </a:fld>
            <a:endParaRPr lang="en-IN"/>
          </a:p>
        </p:txBody>
      </p:sp>
    </p:spTree>
    <p:extLst>
      <p:ext uri="{BB962C8B-B14F-4D97-AF65-F5344CB8AC3E}">
        <p14:creationId xmlns:p14="http://schemas.microsoft.com/office/powerpoint/2010/main" val="576533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F4B3196-9543-49C5-8DD5-344662CD5158}" type="datetimeFigureOut">
              <a:rPr lang="en-IN" smtClean="0"/>
              <a:t>18-05-2024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5EACB4E-DA04-43C4-890B-ED9F74F28814}" type="slidenum">
              <a:rPr lang="en-IN" smtClean="0"/>
              <a:t>‹#›</a:t>
            </a:fld>
            <a:endParaRPr lang="en-IN"/>
          </a:p>
        </p:txBody>
      </p:sp>
    </p:spTree>
    <p:extLst>
      <p:ext uri="{BB962C8B-B14F-4D97-AF65-F5344CB8AC3E}">
        <p14:creationId xmlns:p14="http://schemas.microsoft.com/office/powerpoint/2010/main" val="30772976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F4B3196-9543-49C5-8DD5-344662CD5158}" type="datetimeFigureOut">
              <a:rPr lang="en-IN" smtClean="0"/>
              <a:t>18-05-2024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5EACB4E-DA04-43C4-890B-ED9F74F28814}" type="slidenum">
              <a:rPr lang="en-IN" smtClean="0"/>
              <a:t>‹#›</a:t>
            </a:fld>
            <a:endParaRPr lang="en-IN"/>
          </a:p>
        </p:txBody>
      </p:sp>
    </p:spTree>
    <p:extLst>
      <p:ext uri="{BB962C8B-B14F-4D97-AF65-F5344CB8AC3E}">
        <p14:creationId xmlns:p14="http://schemas.microsoft.com/office/powerpoint/2010/main" val="23166429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F4B3196-9543-49C5-8DD5-344662CD5158}" type="datetimeFigureOut">
              <a:rPr lang="en-IN" smtClean="0"/>
              <a:t>18-05-2024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5EACB4E-DA04-43C4-890B-ED9F74F28814}" type="slidenum">
              <a:rPr lang="en-IN" smtClean="0"/>
              <a:t>‹#›</a:t>
            </a:fld>
            <a:endParaRPr lang="en-IN"/>
          </a:p>
        </p:txBody>
      </p:sp>
    </p:spTree>
    <p:extLst>
      <p:ext uri="{BB962C8B-B14F-4D97-AF65-F5344CB8AC3E}">
        <p14:creationId xmlns:p14="http://schemas.microsoft.com/office/powerpoint/2010/main" val="9705839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F4B3196-9543-49C5-8DD5-344662CD5158}" type="datetimeFigureOut">
              <a:rPr lang="en-IN" smtClean="0"/>
              <a:t>18-05-2024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5EACB4E-DA04-43C4-890B-ED9F74F28814}" type="slidenum">
              <a:rPr lang="en-IN" smtClean="0"/>
              <a:t>‹#›</a:t>
            </a:fld>
            <a:endParaRPr lang="en-IN"/>
          </a:p>
        </p:txBody>
      </p:sp>
    </p:spTree>
    <p:extLst>
      <p:ext uri="{BB962C8B-B14F-4D97-AF65-F5344CB8AC3E}">
        <p14:creationId xmlns:p14="http://schemas.microsoft.com/office/powerpoint/2010/main" val="6540352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F4B3196-9543-49C5-8DD5-344662CD5158}" type="datetimeFigureOut">
              <a:rPr lang="en-IN" smtClean="0"/>
              <a:t>18-05-2024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5EACB4E-DA04-43C4-890B-ED9F74F28814}" type="slidenum">
              <a:rPr lang="en-IN" smtClean="0"/>
              <a:t>‹#›</a:t>
            </a:fld>
            <a:endParaRPr lang="en-IN"/>
          </a:p>
        </p:txBody>
      </p:sp>
    </p:spTree>
    <p:extLst>
      <p:ext uri="{BB962C8B-B14F-4D97-AF65-F5344CB8AC3E}">
        <p14:creationId xmlns:p14="http://schemas.microsoft.com/office/powerpoint/2010/main" val="8587364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F4B3196-9543-49C5-8DD5-344662CD5158}" type="datetimeFigureOut">
              <a:rPr lang="en-IN" smtClean="0"/>
              <a:t>18-05-2024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5EACB4E-DA04-43C4-890B-ED9F74F28814}" type="slidenum">
              <a:rPr lang="en-IN" smtClean="0"/>
              <a:t>‹#›</a:t>
            </a:fld>
            <a:endParaRPr lang="en-IN"/>
          </a:p>
        </p:txBody>
      </p:sp>
    </p:spTree>
    <p:extLst>
      <p:ext uri="{BB962C8B-B14F-4D97-AF65-F5344CB8AC3E}">
        <p14:creationId xmlns:p14="http://schemas.microsoft.com/office/powerpoint/2010/main" val="26271545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F4B3196-9543-49C5-8DD5-344662CD5158}" type="datetimeFigureOut">
              <a:rPr lang="en-IN" smtClean="0"/>
              <a:t>18-05-2024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5EACB4E-DA04-43C4-890B-ED9F74F28814}"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8936695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F4B3196-9543-49C5-8DD5-344662CD5158}" type="datetimeFigureOut">
              <a:rPr lang="en-IN" smtClean="0"/>
              <a:t>18-05-2024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5EACB4E-DA04-43C4-890B-ED9F74F28814}" type="slidenum">
              <a:rPr lang="en-IN" smtClean="0"/>
              <a:t>‹#›</a:t>
            </a:fld>
            <a:endParaRPr lang="en-IN"/>
          </a:p>
        </p:txBody>
      </p:sp>
    </p:spTree>
    <p:extLst>
      <p:ext uri="{BB962C8B-B14F-4D97-AF65-F5344CB8AC3E}">
        <p14:creationId xmlns:p14="http://schemas.microsoft.com/office/powerpoint/2010/main" val="37664863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F4B3196-9543-49C5-8DD5-344662CD5158}" type="datetimeFigureOut">
              <a:rPr lang="en-IN" smtClean="0"/>
              <a:t>18-05-2024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5EACB4E-DA04-43C4-890B-ED9F74F28814}"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9208081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F4B3196-9543-49C5-8DD5-344662CD5158}" type="datetimeFigureOut">
              <a:rPr lang="en-IN" smtClean="0"/>
              <a:t>18-05-2024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5EACB4E-DA04-43C4-890B-ED9F74F28814}" type="slidenum">
              <a:rPr lang="en-IN" smtClean="0"/>
              <a:t>‹#›</a:t>
            </a:fld>
            <a:endParaRPr lang="en-IN"/>
          </a:p>
        </p:txBody>
      </p:sp>
    </p:spTree>
    <p:extLst>
      <p:ext uri="{BB962C8B-B14F-4D97-AF65-F5344CB8AC3E}">
        <p14:creationId xmlns:p14="http://schemas.microsoft.com/office/powerpoint/2010/main" val="17514066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F4B3196-9543-49C5-8DD5-344662CD5158}" type="datetimeFigureOut">
              <a:rPr lang="en-IN" smtClean="0"/>
              <a:t>18-05-2024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5EACB4E-DA04-43C4-890B-ED9F74F28814}" type="slidenum">
              <a:rPr lang="en-IN" smtClean="0"/>
              <a:t>‹#›</a:t>
            </a:fld>
            <a:endParaRPr lang="en-IN"/>
          </a:p>
        </p:txBody>
      </p:sp>
    </p:spTree>
    <p:extLst>
      <p:ext uri="{BB962C8B-B14F-4D97-AF65-F5344CB8AC3E}">
        <p14:creationId xmlns:p14="http://schemas.microsoft.com/office/powerpoint/2010/main" val="11072699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F4B3196-9543-49C5-8DD5-344662CD5158}" type="datetimeFigureOut">
              <a:rPr lang="en-IN" smtClean="0"/>
              <a:t>18-05-2024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5EACB4E-DA04-43C4-890B-ED9F74F28814}" type="slidenum">
              <a:rPr lang="en-IN" smtClean="0"/>
              <a:t>‹#›</a:t>
            </a:fld>
            <a:endParaRPr lang="en-IN"/>
          </a:p>
        </p:txBody>
      </p:sp>
    </p:spTree>
    <p:extLst>
      <p:ext uri="{BB962C8B-B14F-4D97-AF65-F5344CB8AC3E}">
        <p14:creationId xmlns:p14="http://schemas.microsoft.com/office/powerpoint/2010/main" val="7045582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3F4B3196-9543-49C5-8DD5-344662CD5158}" type="datetimeFigureOut">
              <a:rPr lang="en-IN" smtClean="0"/>
              <a:t>18-05-2024</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F5EACB4E-DA04-43C4-890B-ED9F74F28814}" type="slidenum">
              <a:rPr lang="en-IN" smtClean="0"/>
              <a:t>‹#›</a:t>
            </a:fld>
            <a:endParaRPr lang="en-IN"/>
          </a:p>
        </p:txBody>
      </p:sp>
    </p:spTree>
    <p:extLst>
      <p:ext uri="{BB962C8B-B14F-4D97-AF65-F5344CB8AC3E}">
        <p14:creationId xmlns:p14="http://schemas.microsoft.com/office/powerpoint/2010/main" val="396191787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tackoverflow.com/questions/33330904/concurrent-threads-merge-sort" TargetMode="External"/><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08EEEB-F039-44EE-3A2D-56EBB043496D}"/>
              </a:ext>
            </a:extLst>
          </p:cNvPr>
          <p:cNvSpPr>
            <a:spLocks noGrp="1"/>
          </p:cNvSpPr>
          <p:nvPr>
            <p:ph type="ctrTitle"/>
          </p:nvPr>
        </p:nvSpPr>
        <p:spPr/>
        <p:txBody>
          <a:bodyPr/>
          <a:lstStyle/>
          <a:p>
            <a:r>
              <a:rPr lang="en-US" dirty="0"/>
              <a:t> Ranking System with Divide and Conquer</a:t>
            </a:r>
            <a:endParaRPr lang="en-IN" dirty="0"/>
          </a:p>
        </p:txBody>
      </p:sp>
      <p:sp>
        <p:nvSpPr>
          <p:cNvPr id="3" name="Subtitle 2">
            <a:extLst>
              <a:ext uri="{FF2B5EF4-FFF2-40B4-BE49-F238E27FC236}">
                <a16:creationId xmlns:a16="http://schemas.microsoft.com/office/drawing/2014/main" id="{29EB6796-3726-8B8A-556C-E1BDD6A34604}"/>
              </a:ext>
            </a:extLst>
          </p:cNvPr>
          <p:cNvSpPr>
            <a:spLocks noGrp="1"/>
          </p:cNvSpPr>
          <p:nvPr>
            <p:ph type="subTitle" idx="1"/>
          </p:nvPr>
        </p:nvSpPr>
        <p:spPr/>
        <p:txBody>
          <a:bodyPr/>
          <a:lstStyle/>
          <a:p>
            <a:r>
              <a:rPr lang="en-US" dirty="0"/>
              <a:t>Presented By: </a:t>
            </a:r>
            <a:r>
              <a:rPr lang="en-US" dirty="0" err="1"/>
              <a:t>Jagirdar</a:t>
            </a:r>
            <a:r>
              <a:rPr lang="en-US" dirty="0"/>
              <a:t> </a:t>
            </a:r>
            <a:r>
              <a:rPr lang="en-US" dirty="0" err="1"/>
              <a:t>Mushiruddin</a:t>
            </a:r>
            <a:endParaRPr lang="en-IN" dirty="0"/>
          </a:p>
        </p:txBody>
      </p:sp>
    </p:spTree>
    <p:extLst>
      <p:ext uri="{BB962C8B-B14F-4D97-AF65-F5344CB8AC3E}">
        <p14:creationId xmlns:p14="http://schemas.microsoft.com/office/powerpoint/2010/main" val="30203253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048696-2954-F69D-D497-8C4B87BB044B}"/>
              </a:ext>
            </a:extLst>
          </p:cNvPr>
          <p:cNvSpPr>
            <a:spLocks noGrp="1"/>
          </p:cNvSpPr>
          <p:nvPr>
            <p:ph type="title"/>
          </p:nvPr>
        </p:nvSpPr>
        <p:spPr/>
        <p:txBody>
          <a:bodyPr>
            <a:normAutofit/>
          </a:bodyPr>
          <a:lstStyle/>
          <a:p>
            <a:r>
              <a:rPr lang="en-US" sz="6000" dirty="0"/>
              <a:t>Introduction.</a:t>
            </a:r>
            <a:endParaRPr lang="en-IN" sz="6000" dirty="0"/>
          </a:p>
        </p:txBody>
      </p:sp>
      <p:sp>
        <p:nvSpPr>
          <p:cNvPr id="3" name="Content Placeholder 2">
            <a:extLst>
              <a:ext uri="{FF2B5EF4-FFF2-40B4-BE49-F238E27FC236}">
                <a16:creationId xmlns:a16="http://schemas.microsoft.com/office/drawing/2014/main" id="{61E9FBE3-E70C-1941-7CD8-7DCF50D99FE6}"/>
              </a:ext>
            </a:extLst>
          </p:cNvPr>
          <p:cNvSpPr>
            <a:spLocks noGrp="1"/>
          </p:cNvSpPr>
          <p:nvPr>
            <p:ph idx="1"/>
          </p:nvPr>
        </p:nvSpPr>
        <p:spPr/>
        <p:txBody>
          <a:bodyPr>
            <a:normAutofit/>
          </a:bodyPr>
          <a:lstStyle/>
          <a:p>
            <a:r>
              <a:rPr lang="en-US" sz="2400" dirty="0"/>
              <a:t>Importance of efficient sorting in academic ranking systems.</a:t>
            </a:r>
          </a:p>
          <a:p>
            <a:r>
              <a:rPr lang="en-US" sz="2400" dirty="0"/>
              <a:t>Divide and conquer is the best sorting algorithm.</a:t>
            </a:r>
          </a:p>
          <a:p>
            <a:r>
              <a:rPr lang="en-US" sz="2400" dirty="0"/>
              <a:t>Breakdown of sorting tasks into smaller sub-problems.</a:t>
            </a:r>
          </a:p>
          <a:p>
            <a:r>
              <a:rPr lang="en-US" sz="2400" dirty="0"/>
              <a:t>Conquering sub-problems individually and merging results.</a:t>
            </a:r>
          </a:p>
          <a:p>
            <a:r>
              <a:rPr lang="en-US" sz="2400" dirty="0"/>
              <a:t>Purpose: Explore application of divide and conquer in sorting student ranks.</a:t>
            </a:r>
            <a:endParaRPr lang="en-IN" sz="2400" dirty="0"/>
          </a:p>
        </p:txBody>
      </p:sp>
    </p:spTree>
    <p:extLst>
      <p:ext uri="{BB962C8B-B14F-4D97-AF65-F5344CB8AC3E}">
        <p14:creationId xmlns:p14="http://schemas.microsoft.com/office/powerpoint/2010/main" val="26924187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07E5F-27BD-A069-0F98-7067F40D7EC9}"/>
              </a:ext>
            </a:extLst>
          </p:cNvPr>
          <p:cNvSpPr>
            <a:spLocks noGrp="1"/>
          </p:cNvSpPr>
          <p:nvPr>
            <p:ph type="title"/>
          </p:nvPr>
        </p:nvSpPr>
        <p:spPr>
          <a:xfrm>
            <a:off x="677334" y="609600"/>
            <a:ext cx="8596668" cy="649357"/>
          </a:xfrm>
        </p:spPr>
        <p:txBody>
          <a:bodyPr/>
          <a:lstStyle/>
          <a:p>
            <a:r>
              <a:rPr lang="en-IN" dirty="0"/>
              <a:t>Merge Sort Algorithm:</a:t>
            </a:r>
          </a:p>
        </p:txBody>
      </p:sp>
      <p:sp>
        <p:nvSpPr>
          <p:cNvPr id="3" name="Content Placeholder 2">
            <a:extLst>
              <a:ext uri="{FF2B5EF4-FFF2-40B4-BE49-F238E27FC236}">
                <a16:creationId xmlns:a16="http://schemas.microsoft.com/office/drawing/2014/main" id="{325B5605-CAB7-EA65-D5BD-7BB62740E21C}"/>
              </a:ext>
            </a:extLst>
          </p:cNvPr>
          <p:cNvSpPr>
            <a:spLocks noGrp="1"/>
          </p:cNvSpPr>
          <p:nvPr>
            <p:ph idx="1"/>
          </p:nvPr>
        </p:nvSpPr>
        <p:spPr>
          <a:xfrm>
            <a:off x="677334" y="1258957"/>
            <a:ext cx="8596668" cy="4782405"/>
          </a:xfrm>
        </p:spPr>
        <p:txBody>
          <a:bodyPr/>
          <a:lstStyle/>
          <a:p>
            <a:r>
              <a:rPr lang="en-US" b="1" dirty="0"/>
              <a:t>Divide Operations:</a:t>
            </a:r>
          </a:p>
          <a:p>
            <a:pPr>
              <a:buFont typeface="+mj-lt"/>
              <a:buAutoNum type="arabicPeriod"/>
            </a:pPr>
            <a:r>
              <a:rPr lang="en-US" dirty="0"/>
              <a:t>Split the array into two halves recursively until each sub-array has only one element.</a:t>
            </a:r>
          </a:p>
          <a:p>
            <a:pPr>
              <a:buFont typeface="+mj-lt"/>
              <a:buAutoNum type="arabicPeriod"/>
            </a:pPr>
            <a:r>
              <a:rPr lang="en-US" dirty="0"/>
              <a:t>Dividing the array into smaller sub-arrays allows for easier sorting.</a:t>
            </a:r>
          </a:p>
          <a:p>
            <a:pPr>
              <a:buFont typeface="+mj-lt"/>
              <a:buAutoNum type="arabicPeriod"/>
            </a:pPr>
            <a:r>
              <a:rPr lang="en-US" dirty="0"/>
              <a:t>Continues dividing until individual elements are reached.</a:t>
            </a:r>
          </a:p>
          <a:p>
            <a:r>
              <a:rPr lang="en-US" b="1" dirty="0"/>
              <a:t>Merge Operations:</a:t>
            </a:r>
          </a:p>
          <a:p>
            <a:pPr>
              <a:buFont typeface="+mj-lt"/>
              <a:buAutoNum type="arabicPeriod"/>
            </a:pPr>
            <a:r>
              <a:rPr lang="en-US" dirty="0"/>
              <a:t>Merge two sorted sub-arrays into a single sorted array.</a:t>
            </a:r>
          </a:p>
          <a:p>
            <a:pPr>
              <a:buFont typeface="+mj-lt"/>
              <a:buAutoNum type="arabicPeriod"/>
            </a:pPr>
            <a:r>
              <a:rPr lang="en-US" dirty="0"/>
              <a:t>Comparing elements from both sub-arrays, insert the smaller one into the result</a:t>
            </a:r>
          </a:p>
          <a:p>
            <a:pPr>
              <a:buFont typeface="+mj-lt"/>
              <a:buAutoNum type="arabicPeriod"/>
            </a:pPr>
            <a:r>
              <a:rPr lang="en-US" dirty="0"/>
              <a:t>array.</a:t>
            </a:r>
          </a:p>
          <a:p>
            <a:pPr>
              <a:buFont typeface="+mj-lt"/>
              <a:buAutoNum type="arabicPeriod"/>
            </a:pPr>
            <a:r>
              <a:rPr lang="en-US" dirty="0"/>
              <a:t>Repeat the process until all elements are merged into the result array.</a:t>
            </a:r>
          </a:p>
          <a:p>
            <a:pPr>
              <a:buFont typeface="+mj-lt"/>
              <a:buAutoNum type="arabicPeriod"/>
            </a:pPr>
            <a:r>
              <a:rPr lang="en-US" dirty="0"/>
              <a:t>Merging combines sorted sub-arrays back together into a fully sorted array.</a:t>
            </a:r>
            <a:endParaRPr lang="en-IN" dirty="0"/>
          </a:p>
        </p:txBody>
      </p:sp>
    </p:spTree>
    <p:extLst>
      <p:ext uri="{BB962C8B-B14F-4D97-AF65-F5344CB8AC3E}">
        <p14:creationId xmlns:p14="http://schemas.microsoft.com/office/powerpoint/2010/main" val="34682332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30D4CF7-367D-E095-4BF6-01EEC97C3939}"/>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1683026" y="216625"/>
            <a:ext cx="7593496" cy="6216898"/>
          </a:xfrm>
          <a:prstGeom prst="rect">
            <a:avLst/>
          </a:prstGeom>
        </p:spPr>
      </p:pic>
    </p:spTree>
    <p:extLst>
      <p:ext uri="{BB962C8B-B14F-4D97-AF65-F5344CB8AC3E}">
        <p14:creationId xmlns:p14="http://schemas.microsoft.com/office/powerpoint/2010/main" val="24438167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F30B01-EA0D-CEFA-FBBA-3BD2679B6260}"/>
              </a:ext>
            </a:extLst>
          </p:cNvPr>
          <p:cNvSpPr>
            <a:spLocks noGrp="1"/>
          </p:cNvSpPr>
          <p:nvPr>
            <p:ph type="title"/>
          </p:nvPr>
        </p:nvSpPr>
        <p:spPr/>
        <p:txBody>
          <a:bodyPr>
            <a:normAutofit/>
          </a:bodyPr>
          <a:lstStyle/>
          <a:p>
            <a:r>
              <a:rPr lang="en-US" sz="6000" dirty="0"/>
              <a:t>Advantages</a:t>
            </a:r>
            <a:r>
              <a:rPr lang="en-US" sz="4400" dirty="0"/>
              <a:t>.</a:t>
            </a:r>
            <a:endParaRPr lang="en-IN" sz="4400" dirty="0"/>
          </a:p>
        </p:txBody>
      </p:sp>
      <p:sp>
        <p:nvSpPr>
          <p:cNvPr id="3" name="Content Placeholder 2">
            <a:extLst>
              <a:ext uri="{FF2B5EF4-FFF2-40B4-BE49-F238E27FC236}">
                <a16:creationId xmlns:a16="http://schemas.microsoft.com/office/drawing/2014/main" id="{0FBFAA54-2654-EFE9-9B88-4F1E77D7AC13}"/>
              </a:ext>
            </a:extLst>
          </p:cNvPr>
          <p:cNvSpPr>
            <a:spLocks noGrp="1"/>
          </p:cNvSpPr>
          <p:nvPr>
            <p:ph idx="1"/>
          </p:nvPr>
        </p:nvSpPr>
        <p:spPr/>
        <p:txBody>
          <a:bodyPr>
            <a:normAutofit fontScale="92500" lnSpcReduction="20000"/>
          </a:bodyPr>
          <a:lstStyle/>
          <a:p>
            <a:r>
              <a:rPr lang="en-US" sz="2800" dirty="0"/>
              <a:t>Stable sorting preserves relative order of equal elements.</a:t>
            </a:r>
          </a:p>
          <a:p>
            <a:r>
              <a:rPr lang="en-US" sz="2800" dirty="0"/>
              <a:t>Consistently efficient with O(n log n) time complexity.</a:t>
            </a:r>
          </a:p>
          <a:p>
            <a:r>
              <a:rPr lang="en-US" sz="2800" dirty="0"/>
              <a:t>Well-suited for linked lists due to its structure.</a:t>
            </a:r>
          </a:p>
          <a:p>
            <a:r>
              <a:rPr lang="en-US" sz="2800" dirty="0"/>
              <a:t>Easily parallelizable for faster processing.</a:t>
            </a:r>
          </a:p>
          <a:p>
            <a:r>
              <a:rPr lang="en-US" sz="2800" dirty="0"/>
              <a:t>Predictable performance across various data distributions.</a:t>
            </a:r>
          </a:p>
          <a:p>
            <a:r>
              <a:rPr lang="en-US" sz="2800" dirty="0"/>
              <a:t>No worst-case scenario, ensuring reliable performance.</a:t>
            </a:r>
            <a:endParaRPr lang="en-IN" sz="2800" dirty="0"/>
          </a:p>
        </p:txBody>
      </p:sp>
    </p:spTree>
    <p:extLst>
      <p:ext uri="{BB962C8B-B14F-4D97-AF65-F5344CB8AC3E}">
        <p14:creationId xmlns:p14="http://schemas.microsoft.com/office/powerpoint/2010/main" val="9163209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8D19E-0225-E5FA-968C-46C45E4E87F1}"/>
              </a:ext>
            </a:extLst>
          </p:cNvPr>
          <p:cNvSpPr>
            <a:spLocks noGrp="1"/>
          </p:cNvSpPr>
          <p:nvPr>
            <p:ph type="title"/>
          </p:nvPr>
        </p:nvSpPr>
        <p:spPr/>
        <p:txBody>
          <a:bodyPr>
            <a:normAutofit/>
          </a:bodyPr>
          <a:lstStyle/>
          <a:p>
            <a:r>
              <a:rPr lang="en-US" sz="6000" dirty="0"/>
              <a:t>Disadvantages</a:t>
            </a:r>
            <a:r>
              <a:rPr lang="en-US" sz="5400" dirty="0"/>
              <a:t>.</a:t>
            </a:r>
            <a:endParaRPr lang="en-IN" sz="5400" dirty="0"/>
          </a:p>
        </p:txBody>
      </p:sp>
      <p:sp>
        <p:nvSpPr>
          <p:cNvPr id="3" name="Content Placeholder 2">
            <a:extLst>
              <a:ext uri="{FF2B5EF4-FFF2-40B4-BE49-F238E27FC236}">
                <a16:creationId xmlns:a16="http://schemas.microsoft.com/office/drawing/2014/main" id="{BB6ABEB5-8871-0DA5-355F-C83C0DDAC825}"/>
              </a:ext>
            </a:extLst>
          </p:cNvPr>
          <p:cNvSpPr>
            <a:spLocks noGrp="1"/>
          </p:cNvSpPr>
          <p:nvPr>
            <p:ph idx="1"/>
          </p:nvPr>
        </p:nvSpPr>
        <p:spPr/>
        <p:txBody>
          <a:bodyPr>
            <a:normAutofit/>
          </a:bodyPr>
          <a:lstStyle/>
          <a:p>
            <a:r>
              <a:rPr lang="en-US" sz="2400" dirty="0"/>
              <a:t>Requires additional memory for merging, increasing space complexity.</a:t>
            </a:r>
          </a:p>
          <a:p>
            <a:r>
              <a:rPr lang="en-US" sz="2400" dirty="0"/>
              <a:t>Not an in-place algorithm, necessitating extra memory proportional to input size.</a:t>
            </a:r>
          </a:p>
          <a:p>
            <a:r>
              <a:rPr lang="en-US" sz="2400" dirty="0"/>
              <a:t>Complexity in implementation compared to simpler sorting methods.</a:t>
            </a:r>
          </a:p>
          <a:p>
            <a:r>
              <a:rPr lang="en-US" sz="2400" dirty="0"/>
              <a:t>Slower for small datasets due to overhead of recursion and merging.</a:t>
            </a:r>
            <a:endParaRPr lang="en-IN" sz="2400" dirty="0"/>
          </a:p>
        </p:txBody>
      </p:sp>
    </p:spTree>
    <p:extLst>
      <p:ext uri="{BB962C8B-B14F-4D97-AF65-F5344CB8AC3E}">
        <p14:creationId xmlns:p14="http://schemas.microsoft.com/office/powerpoint/2010/main" val="33953931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6A53B6-587F-8515-F2FB-B8F2AD3623EB}"/>
              </a:ext>
            </a:extLst>
          </p:cNvPr>
          <p:cNvSpPr>
            <a:spLocks noGrp="1"/>
          </p:cNvSpPr>
          <p:nvPr>
            <p:ph type="title"/>
          </p:nvPr>
        </p:nvSpPr>
        <p:spPr/>
        <p:txBody>
          <a:bodyPr>
            <a:normAutofit/>
          </a:bodyPr>
          <a:lstStyle/>
          <a:p>
            <a:r>
              <a:rPr lang="en-US" sz="6000" dirty="0"/>
              <a:t>Conclusion.</a:t>
            </a:r>
            <a:endParaRPr lang="en-IN" sz="6000" dirty="0"/>
          </a:p>
        </p:txBody>
      </p:sp>
      <p:sp>
        <p:nvSpPr>
          <p:cNvPr id="3" name="Content Placeholder 2">
            <a:extLst>
              <a:ext uri="{FF2B5EF4-FFF2-40B4-BE49-F238E27FC236}">
                <a16:creationId xmlns:a16="http://schemas.microsoft.com/office/drawing/2014/main" id="{010F2B0C-DB2A-29F4-7D44-6FFBAA626F63}"/>
              </a:ext>
            </a:extLst>
          </p:cNvPr>
          <p:cNvSpPr>
            <a:spLocks noGrp="1"/>
          </p:cNvSpPr>
          <p:nvPr>
            <p:ph idx="1"/>
          </p:nvPr>
        </p:nvSpPr>
        <p:spPr/>
        <p:txBody>
          <a:bodyPr>
            <a:normAutofit/>
          </a:bodyPr>
          <a:lstStyle/>
          <a:p>
            <a:r>
              <a:rPr lang="en-US" sz="2400" dirty="0"/>
              <a:t>The divide and conquer approach, demonstrated by merge sort, offers an efficient solution for sorting student ranks. Despite challenges such as space complexity and reduced efficiency for small datasets, its stable, consistent, and scalable performance makes it a valuable tool in educational ranking systems. Understanding its strengths and limitations empowers educators and developers to make informed decisions in designing and implementing ranking systems.</a:t>
            </a:r>
            <a:endParaRPr lang="en-IN" sz="2400" dirty="0"/>
          </a:p>
        </p:txBody>
      </p:sp>
    </p:spTree>
    <p:extLst>
      <p:ext uri="{BB962C8B-B14F-4D97-AF65-F5344CB8AC3E}">
        <p14:creationId xmlns:p14="http://schemas.microsoft.com/office/powerpoint/2010/main" val="2449026902"/>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52</TotalTime>
  <Words>326</Words>
  <Application>Microsoft Office PowerPoint</Application>
  <PresentationFormat>Widescreen</PresentationFormat>
  <Paragraphs>33</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Trebuchet MS</vt:lpstr>
      <vt:lpstr>Wingdings 3</vt:lpstr>
      <vt:lpstr>Facet</vt:lpstr>
      <vt:lpstr> Ranking System with Divide and Conquer</vt:lpstr>
      <vt:lpstr>Introduction.</vt:lpstr>
      <vt:lpstr>Merge Sort Algorithm:</vt:lpstr>
      <vt:lpstr>PowerPoint Presentation</vt:lpstr>
      <vt:lpstr>Advantages.</vt:lpstr>
      <vt:lpstr>Disadvantages.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Ranking System with Divide and Conquer</dc:title>
  <dc:creator>KUNDAN NAIK</dc:creator>
  <cp:lastModifiedBy>KUNDAN NAIK</cp:lastModifiedBy>
  <cp:revision>1</cp:revision>
  <dcterms:created xsi:type="dcterms:W3CDTF">2024-05-18T05:49:38Z</dcterms:created>
  <dcterms:modified xsi:type="dcterms:W3CDTF">2024-05-18T06:42:37Z</dcterms:modified>
</cp:coreProperties>
</file>